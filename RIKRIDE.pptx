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5e023d9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5e023d9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d5e023d9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d5e023d9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5e023d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d5e023d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5e023d9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5e023d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5e023d9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5e023d9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5e023d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5e023d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5e023d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d5e023d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5e023d9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5e023d9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5e023d9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5e023d9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 🎨 RIK RIDE - QUICK COLOR REFERENCE&#10;**Share this with your designer!**&#10;&#10;---&#10;&#10;## 🚗 BRAND COLORS - COPY &amp; PASTE&#10;&#10;```&#10;PRIMARY COLORS:&#10;━━━━━━━━━━━━━━━━━━━━━━━━━━━━━━━━&#10;&#10;🟢 Rickshaw Green (Main Color)&#10;   Hex: #009944&#10;   RGB: 0, 153, 68&#10;   Use for: Headers, buttons, logos&#10;&#10;🟡 Gold Yellow (Accent)&#10;   Hex: #FFD700&#10;   RGB: 255, 215, 0&#10;   Use for: Prices, highlights, important numbers&#10;&#10;⚫ Dark Text&#10;   Hex: #1a1a1a&#10;   RGB: 26, 26, 26&#10;   Use for: Body text, paragraphs&#10;&#10;⚪ White Background&#10;   Hex: #ffffff&#10;   RGB: 255, 255, 255&#10;   Use for: Backgrounds, cards&#10;&#10;🔳 Light Gray&#10;   Hex: #f4f4f5&#10;   RGB: 244, 244, 245&#10;   Use for: Subtle backgrounds, cards&#10;```&#10;&#10;---&#10;&#10;## 📝 FONTS&#10;&#10;```&#10;HEADINGS &amp; TITLES:&#10;━━━━━━━━━━━━━━━━━━━━━━━━━━━━━━━━&#10;Font: Barlow Bold (700-800 weight)&#10;Download: https://fonts.google.com/specimen/Barlow&#10;Alternative: Montserrat Bold, Poppins Bold&#10;&#10;BODY TEXT:&#10;━━━━━━━━━━━━━━━━━━━━━━━━━━━━━━━━&#10;Font: Rubik Regular (400 weight)&#10;Download: https://fonts.google.com/specimen/Rubik&#10;Alternative: Open Sans, Lato&#10;```&#10;&#10;---&#10;&#10;## 🎯 QUICK DESIGN RULES&#10;&#10;```&#10;✅ DO:&#10;• Use green (#009944) for all headers&#10;• Use gold (#FFD700) for prices &amp; important numbers&#10;• Keep backgrounds white or light gray&#10;• Use large text (minimum 18pt)&#10;• Add lots of white space&#10;• Use rounded corners (10px)&#10;• Align everything properly&#10;&#10;❌ DON'T:&#10;• Don't use more than 3 colors per slide&#10;• Don't use small text&#10;• Don't put light text on yellow&#10;• Don't overcrowd slides&#10;```&#10;&#10;---&#10;&#10;## 📐 SLIDE SETUP&#10;&#10;```&#10;Size: 1920 x 1080 pixels (16:9 widescreen)&#10;Margins: 80-100px from edges&#10;Spacing: 40px between sections&#10;Line height: 1.6 (160%)&#10;```&#10;&#10;---&#10;&#10;## 🎨 COLOR COMBINATIONS THAT WORK&#10;&#10;```&#10;COMBINATION 1 (Main slides):&#10;━━━━━━━━━━━━━━━━━━━━━━━━━━━━━━━━&#10;Background: #ffffff (white)&#10;Headers: #009944 (green)&#10;Accents: #FFD700 (gold)&#10;Text: #1a1a1a (dark)&#10;&#10;&#10;COMBINATION 2 (Pricing slides):&#10;━━━━━━━━━━━━━━━━━━━━━━━━━━━━━━━━&#10;Background: #f4f4f5 (light gray)&#10;Tier title: #009944 (green)&#10;Price: #FFD700 (gold) - LARGE&#10;Features: #1a1a1a (dark)&#10;&#10;&#10;COMBINATION 3 (Cover slide):&#10;━━━━━━━━━━━━━━━━━━━━━━━━━━━━━━━━&#10;Background: #009944 (green) - gradient to darker&#10;Title: #ffffff (white)&#10;Accent bar: #FFD700 (gold)&#10;```&#10;&#10;---&#10;&#10;## 🖼️ VISUAL EXAMPLES&#10;&#10;```&#10;HEADER STYLE:&#10;━━━━━━━━━━━━━━━━━━━━━━━━━━━━━━━━&#10;[#009944 background bar, full width]&#10;SLIDE TITLE&#10;[Barlow Bold, 48pt, white text]&#10;&#10;&#10;PRICING DISPLAY:&#10;━━━━━━━━━━━━━━━━━━━━━━━━━━━━━━━━&#10;Standard Tier         [#009944, Barlow Bold, 36pt]&#10;₹5,00,000            [#FFD700, Barlow ExtraBold, 60pt]&#10;per year             [#71717a, Rubik Light, 18pt]&#10;&#10;&#10;FEATURE LIST:&#10;━━━━━━━━━━━━━━━━━━━━━━━━━━━━━━━━&#10;✅ Feature name      [#009944 checkmark]&#10;Feature description  [#1a1a1a, Rubik Regular, 20pt]&#10;```&#10;&#10;---&#10;&#10;## 🛠️ TOOL SETUP&#10;&#10;```&#10;FOR CANVA:&#10;1. Create 1920x1080 presentation&#10;2. Brand Kit → Add colors:&#10;   • #009944 (Green)&#10;   • #FFD700 (Gold)&#10;   • #1a1a1a (Dark)&#10;3. Upload fonts: Barlow, Rubik&#10;4. Done!&#10;&#10;FOR POWERPOINT:&#10;1. Design → Slide Size → Widescreen&#10;2. Design → Colors → Customize:&#10;   • Accent 1: #009944&#10;   • Accent 2: #FFD700&#10;3. Install Barlow &amp; Rubik fonts&#10;4. Done!&#10;&#10;FOR GOOGLE SLIDES:&#10;1. Slide → Edit theme&#10;2. Add custom colors (use shape fill)&#10;3. Use Barlow/Rubik from Google Fonts&#10;4. Done!&#10;```&#10;&#10;---&#10;&#10;## ⚡ SUPER QUICK SUMMARY&#10;&#10;**Just tell your designer:**&#10;&#10;```&#10;&quot;Design a presentation with these settings:&#10;• Colors: Green #009944, Gold #FFD700, Dark #1a1a1a&#10;• Fonts: Barlow for headings, Rubik for body&#10;• Style: Modern, clean, auto-rickshaw theme&#10;• Size: 1920x1080 (16:9)&#10;• Vibe: Professional but friendly, like a tech startup&quot;&#10;```&#10;&#10;---&#10;&#10;## 📷 COLOR SWATCHES (Screenshot This!)&#10;&#10;```&#10;████████  Rickshaw Green     #009944&#10;████████  Gold Yellow        #FFD700&#10;████████  Dark Text          #1a1a1a&#10;████████  White Background   #ffffff&#10;████████  Light Gray         #f4f4f5&#10;████████  Border Gray        #e4e4e7&#10;████████  Muted Text         #71717a&#10;```&#10;&#10;---&#10;&#10;## 🎯 BRAND PERSONALITY&#10;&#10;```&#10;Rik Ride is:&#10;✅ Safe &amp; Trustworthy    → Use clean design, green color&#10;✅ Modern &amp; Tech-savvy   → Use Barlow font, sharp edges&#10;✅ Student-friendly      → Use Rubik font, approachable&#10;✅ Energetic             → Use gold accents, vibrant&#10;✅ Indian Auto-rickshaw  → Green + Yellow traditional colors&#10;```&#10;&#10;---&#10;&#10;## 📞 NEED MORE DETAILS?&#10;&#10;**See full guide:** `DESIGN_THEME_GUIDE.md` (in same folder)&#10;&#10;**Quick questions answered:**&#10;```&#10;Q: What color for headers?&#10;A: Green #009944&#10;&#10;Q: What color for prices?&#10;A: Gold #FFD700&#10;&#10;Q: What font for titles?&#10;A: Barlow Bold&#10;&#10;Q: What font for body?&#10;A: Rubik Regular&#10;&#10;Q: Slide size?&#10;A: 1920x1080 (16:9)&#10;&#10;Q: How many colors per slide?&#10;A: Maximum 3&#10;```&#10;&#10;---&#10;&#10;**🚗 RIK RIDE - Green #009944 | Gold #FFD700 | Barlow + Rubik**&#10;&#10;**Ready to design! ✨**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